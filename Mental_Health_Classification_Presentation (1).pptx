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2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754" y="1645920"/>
            <a:ext cx="835049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sz="4000" dirty="0"/>
              <a:t>Mental Health Condition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96385" y="2350783"/>
            <a:ext cx="4951227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CF0F1"/>
                </a:solidFill>
              </a:defRPr>
            </a:pPr>
            <a:r>
              <a:rPr dirty="0"/>
              <a:t>Text Classification using Machine Learning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rPr dirty="0"/>
              <a:t>Objective: Develop and compare machine learning models to classify mental health conditions from textual data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rPr dirty="0"/>
              <a:t>Dataset: 103,488 text samples across 7 mental health categories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rPr dirty="0"/>
              <a:t>Categories: Anxiety, Bipolar, Depression, Normal, Personality Disorder, Stress, Suicidal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rPr dirty="0"/>
              <a:t>Approach: Implementation of three distinct models - Logistic Regression, Random Forest, and Naive Bayes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Dataset Statistics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Total Samples: 103,488 text entries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Number of Classes: 7 mental health conditions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Average Text Length: 82 words per sample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Class Distribution: Relatively balanced (10.67% to 17.03%)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Most Common: Anxiety (17,620 samples - 17.03%)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Least Common: Suicidal (11,046 samples - 10.67%)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Source: Mental Health Condition Classification Dataset (HuggingFace)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1. Data Preprocessing: Text cleaning, tokenization, stopword removal, lemmatization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2. Feature Extraction: TF-IDF vectorization with 5000 max features, unigrams and bigrams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3. Train-Test Split: 80-20 split with stratified sampling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4. Model Training: Logistic Regression, Random Forest (100 trees), Naive Bayes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5. Evaluation: Accuracy, Precision, Recall, F1-Score, Confusion Matrix, ROC-AUC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Models Implemented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Logistic Regression: Simple linear baseline model, fast training, good interpretability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Random Forest: Ensemble of 100 decision trees, handles non-linear patterns, provides feature importance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Naive Bayes: Probabilistic classifier, works well with text data, extremely fast training (under 30 seconds)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Model Performance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All models showed strong performance on this well-balanced dataset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Progressive improvement observed from simpler to more complex models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Logistic Regression: Solid baseline performance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Random Forest: Improved accuracy through ensemble approach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Naive Bayes: Best overall performance with fastest training time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Evaluation metrics include accuracy, precision, recall, and F1-score for all classes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Progressive Performance: Models showed increasing accuracy demonstrating value of algorithm selection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Balanced Dataset Advantage: Relatively balanced classes enabled effective training without resampling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Feature Engineering Impact: TF-IDF with bigrams effectively captured semantic patterns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Class-Specific Challenges: Some classes showed higher confusion (anxiety vs stress, bipolar vs depression)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Computational Efficiency: All models trained rapidly making approach scalable for production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Ethical Considerations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Bias and Fairness: Training data may reflect demographic biases in mental health reporting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Privacy Concerns: Mental health data is highly sensitive requiring strict confidentiality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Misclassification Impact: False negatives for suicidal ideation could have life-threatening consequences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Stigmatization Risk: Automated labeling may reinforce mental health stigma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CRITICAL: This system is NOT a diagnostic tool and should never replace professional assessment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Future Work &amp;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Model Enhancement: Implement deep learning (LSTM, BERT), ensemble methods, hyperparameter tuning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Data Expansion: Include diverse demographics, temporal tracking, multi-modal inputs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Deployment: Develop REST API, web interface, real-time monitoring, human-in-the-loop review</a:t>
            </a:r>
          </a:p>
          <a:p>
            <a:pPr>
              <a:spcBef>
                <a:spcPts val="1200"/>
              </a:spcBef>
              <a:defRPr sz="1600">
                <a:solidFill>
                  <a:srgbClr val="2C3E50"/>
                </a:solidFill>
              </a:defRPr>
            </a:pPr>
            <a:r>
              <a:t>Research: Explainable AI, systematic bias detection, cultural adaptation, active learning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CF0F1"/>
                </a:solidFill>
              </a:defRPr>
            </a:pPr>
            <a:r>
              <a:t>Successfully demonstrated machine learning for mental health classification</a:t>
            </a:r>
          </a:p>
          <a:p>
            <a:r>
              <a:t>Three models compared showing progressive improvements</a:t>
            </a:r>
          </a:p>
          <a:p>
            <a:r>
              <a:t>Ethical deployment requires human oversight and patient safety commitment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532</Words>
  <Application>Microsoft Office PowerPoint</Application>
  <PresentationFormat>On-screen Show (16:9)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Sabin</cp:lastModifiedBy>
  <cp:revision>2</cp:revision>
  <dcterms:created xsi:type="dcterms:W3CDTF">2013-01-27T09:14:16Z</dcterms:created>
  <dcterms:modified xsi:type="dcterms:W3CDTF">2026-01-18T22:35:56Z</dcterms:modified>
  <cp:category/>
</cp:coreProperties>
</file>